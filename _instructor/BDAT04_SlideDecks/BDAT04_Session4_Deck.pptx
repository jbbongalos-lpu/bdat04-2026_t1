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is the last teaching session before the prelim on 12 September. Say so early — it changes how they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oral block at 3:40 is prelim rehearsal — Rubric A gives 5% to defending two cleaning decisions without notes. None of them has done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block of the session. All three submissions failed it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Lagdamen presents, ~10 min, IF he has agreed. If he declined, present it yourself with his name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count is the cheapest diagnostic in the whole course. Make them write the before-number down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join is marked CARE because it deletes without telling you. That is the faulty-merge case discussion the syllabus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40 / 9 / 159 / 0 / 82 / 1. Do not reveal. The zero is the teaching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announce a drill. Three corruptions: renamed column (loud), en-dash branch codes (silent), employee title block (structural). Collect symptoms on the board BEFORE anyone fixes anything. Ask who checked the branch count. Expect nobody.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LYCEUM OF THE PHILIPPINES UNIVERSITY – LAGUNA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Fundamentals of Data Warehousing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— Putting the tables together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005840" y="3310128"/>
            <a:ext cx="2011680" cy="4572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661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queries · orphan keys · refresh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5120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Saturday, 5 September 2026 · Session 4 of 13 · CILO 1 and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4132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 · Course Facilitator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hours, seven blocks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874520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from one of you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2331720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505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450592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versus decision — and a rebuild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2907792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266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026664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where transformation happens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68680" y="3483864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027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602736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and merge · join kinds · the anti-join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68680" y="4059936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788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4178808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with an orphan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8680" y="4636008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548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754880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folding, and the refresh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68680" y="5212080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30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22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11680" y="5330952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each, out loud, no notes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68680" y="5788152"/>
            <a:ext cx="10195560" cy="7315"/>
          </a:xfrm>
          <a:prstGeom prst="rect">
            <a:avLst/>
          </a:prstGeom>
          <a:solidFill>
            <a:srgbClr val="E4E4E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learned to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one column.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4206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do the tables agree with each other?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week, in numbers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submitted was correct. All of them. That is not a small thing.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BranchID values where six branches exist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4,775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with no customer — and not one of them a defect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duplicate SaleIDs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96112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that were text pretending to be numbers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709160"/>
            <a:ext cx="101955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37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measure a column. Today the question gets harder.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is not decision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step. They do not belong in the same place.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57400"/>
            <a:ext cx="50292" cy="2286000"/>
          </a:xfrm>
          <a:prstGeom prst="rect">
            <a:avLst/>
          </a:prstGeom>
          <a:solidFill>
            <a:srgbClr val="B084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5856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7048" y="220370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you take to LOOK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24712" y="266090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By. Keep Duplicates. Keep Errors. A filter you added to see something.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the number.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delete the step.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057400"/>
            <a:ext cx="50292" cy="2286000"/>
          </a:xfrm>
          <a:prstGeom prst="rect">
            <a:avLst/>
          </a:prstGeom>
          <a:solidFill>
            <a:srgbClr val="2C6E4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25856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22008" y="220370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you take to DECIDE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19672" y="266090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duplicates. Set a type. Replace a value.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name 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why.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68680" y="47091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should end the day holding your decisions — not your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three outcomes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own submitted backups. No names — you will know which is yours.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50292" cy="237744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157984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615184"/>
            <a:ext cx="2743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correct.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saved. The query is Source → Navigation.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happened and then evaporated.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01168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011680"/>
            <a:ext cx="50292" cy="237744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2157984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15184"/>
            <a:ext cx="2743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correct.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steps stayed in.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table now holds 23 rows.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2011680"/>
            <a:ext cx="3017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011680"/>
            <a:ext cx="50292" cy="237744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15798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2615184"/>
            <a:ext cx="25146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correct.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UnitPrice and Amount left as text.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add up its own revenue.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mistakes. One cause: nobody separated looking from deciding.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Rebuild, then merge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join tables that are not there. Twenty minutes, now.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475488" cy="475488"/>
          </a:xfrm>
          <a:prstGeom prst="ellipse">
            <a:avLst/>
          </a:prstGeom>
          <a:solidFill>
            <a:srgbClr val="9D223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8541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1671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every step you added to look at something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475488" cy="475488"/>
          </a:xfrm>
          <a:prstGeom prst="ellipse">
            <a:avLst/>
          </a:prstGeom>
          <a:solidFill>
            <a:srgbClr val="9D22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6265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29443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changes you decided on — and name each 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475488" cy="475488"/>
          </a:xfrm>
          <a:prstGeom prst="ellipse">
            <a:avLst/>
          </a:prstGeom>
          <a:solidFill>
            <a:srgbClr val="9D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3989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7216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type of every column you will join 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4480560"/>
            <a:ext cx="475488" cy="475488"/>
          </a:xfrm>
          <a:prstGeom prst="ellipse">
            <a:avLst/>
          </a:prstGeom>
          <a:solidFill>
            <a:srgbClr val="9D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17136"/>
            <a:ext cx="475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44988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Refresh. Confirm your row count is what you expect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on a text column and a number column fails. Quietly, sometimes.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instruction is wrong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you hit a dead end last week and built a way round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10241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2194560"/>
          </a:xfrm>
          <a:prstGeom prst="rect">
            <a:avLst/>
          </a:prstGeom>
          <a:solidFill>
            <a:srgbClr val="2C6E4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0428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7048" y="2249424"/>
            <a:ext cx="9400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the sheet promised errors that never came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24712" y="2706624"/>
            <a:ext cx="97383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column by value → count each one → keep the values that appear exactly once.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candidates came back. Fourteen were the defect. One was not — and it was thrown out.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following a method. That is building one.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Extract. Transform. Load.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4206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that describe every warehouse ever built — and the order matters.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transformation happen?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jobs. Two different places to do the middle 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4846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57400"/>
            <a:ext cx="50292" cy="237744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20370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transform on the way 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660904"/>
            <a:ext cx="43434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it, then load 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do. Power Query is the 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only ever receives data that has already been made fit.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4846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57400"/>
            <a:ext cx="50292" cy="2377440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20370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— transform after loading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9672" y="2660904"/>
            <a:ext cx="43434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 raw, then clean it inside the warehouse.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cloud-scale, needs power on the other end.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it in industry.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never whether you transform. It is where, and who can see you doing 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adds rows. Merge adds columns.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one sentence right and half of today is done.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4846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50292" cy="2468880"/>
          </a:xfrm>
          <a:prstGeom prst="rect">
            <a:avLst/>
          </a:prstGeom>
          <a:solidFill>
            <a:srgbClr val="9D22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1284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7048" y="215798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— stacking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24712" y="2615184"/>
            <a:ext cx="43434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 with the SAME shape, one under the other.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sales + February sales.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go up.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stay the same.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2011680"/>
            <a:ext cx="4846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011680"/>
            <a:ext cx="50292" cy="2468880"/>
          </a:xfrm>
          <a:prstGeom prst="rect">
            <a:avLst/>
          </a:prstGeom>
          <a:solidFill>
            <a:srgbClr val="2C6E4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2128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22008" y="215798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matching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19672" y="2615184"/>
            <a:ext cx="434340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 with a SHARED KEY, side by side.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the branch each one belongs to.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go up.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should stay the same.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68680" y="4892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“Rows should stay the same.” Should. Today you find out when they don't.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CATCHES EVERYTHING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before. Count after.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that changes your row count has told you something. Listen to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10241280" cy="658368"/>
          </a:xfrm>
          <a:prstGeom prst="rect">
            <a:avLst/>
          </a:prstGeom>
          <a:solidFill>
            <a:srgbClr val="9D2235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037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2203704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2770632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9169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unchanged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06240" y="2916936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matched exactly one. This is what you want.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483864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630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went UP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363016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matched several. Your key is not unique on the other side.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4197096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434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went DOWN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06240" y="434340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an inner join and silently dropped what did not match.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4910328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0566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columns appeared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0" y="505663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 join kept the row but found nothing to attach. Orphans.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KINDS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choices. You will use three.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asks you every time. Most people pick the first one and hope.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10241280" cy="585216"/>
          </a:xfrm>
          <a:prstGeom prst="rect">
            <a:avLst/>
          </a:prstGeom>
          <a:solidFill>
            <a:srgbClr val="FCF7F8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1305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83280" y="213055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of mine, add theirs where it matches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6960" y="2130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2670048"/>
            <a:ext cx="10241280" cy="585216"/>
          </a:xfrm>
          <a:prstGeom prst="rect">
            <a:avLst/>
          </a:prstGeom>
          <a:solidFill>
            <a:srgbClr val="FCF7F8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670048"/>
            <a:ext cx="45720" cy="585216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rows that matched on both sides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0" y="2788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3328416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28416"/>
            <a:ext cx="45720" cy="58521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34472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 from both sides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3986784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986784"/>
            <a:ext cx="45720" cy="58521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outer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83280" y="410565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of theirs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" y="4645152"/>
            <a:ext cx="10241280" cy="585216"/>
          </a:xfrm>
          <a:prstGeom prst="rect">
            <a:avLst/>
          </a:prstGeom>
          <a:solidFill>
            <a:srgbClr val="FCF7F8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645152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764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anti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383280" y="476402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my rows that found no match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66960" y="47640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303520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303520"/>
            <a:ext cx="45720" cy="58521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422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anti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383280" y="54223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their rows that found no match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OF THE 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anti join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but across two tables instead of 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10241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57400"/>
            <a:ext cx="50292" cy="13716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276856"/>
            <a:ext cx="97383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tblSales with tblBranches on BranchID → Join kind: Left anti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is every sale whose branch does not exist. Count the rows. That number is your finding.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how many values are in this column?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245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how many of them are real?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technique. Harder question. That is the whole of Week 4.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table can still be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broken warehouse.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4206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in tblSales passed your inspection last week. Watch what happens when you join it to something.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INTEGRITY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joins. Six numbers.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one. Write down what falls out. One of them is a trap.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130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tblSales → tblBranches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0" y="21031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2670048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670048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tblSales → tblProducts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ProductID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276148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68680" y="3328416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28416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447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tblSales → tblCalendar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0" y="341985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" y="3986784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986784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41056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tblSales → tblCustomers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4105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CustomerID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0" y="407822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68680" y="4645152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645152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764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tblInventory → tblCalendar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0" y="47640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4736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68680" y="5303520"/>
            <a:ext cx="10241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5303520"/>
            <a:ext cx="45720" cy="585216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5422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tblEmployees → tblBranches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60720" y="5422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BranchID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0" y="539496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COMES BACK EMPTY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4,775 blanks. Zero orphans.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tblSales → tblCustomers finds nothing wrong. That is a finding, not a failure.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4846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2194560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24942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706624"/>
            <a:ext cx="43434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was recorded.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sales.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walk-in customer who never joined the loyalty programme.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4846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03120"/>
            <a:ext cx="50292" cy="219456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24942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9672" y="2706624"/>
            <a:ext cx="43434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was recorded — and it points at something that does not exist.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at branch B–07, when there is no B–07.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is not broken. Learn to tell them apart and you will stop deleting revenue.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it was untidy. Today it costs money.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values you counted in Week 3, now joined to the branch table.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10241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123444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322576"/>
            <a:ext cx="973836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 · b04 · B-02 · B-05 · B03· · B06·      →      40 sales that belong to no branch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branch revenue report and those 40 sales are simply not in it.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1148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error. No warning. The totals just quietly disagree with the till.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you can count is a nuisance. A defect that reaches a report is a decision made on a wrong number.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do with an orphan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is “delete it and move on.”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10241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45720" cy="82296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2311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231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a typo for something real. b01 is B01. Correct it, and say so.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2926080"/>
            <a:ext cx="10241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926080"/>
            <a:ext cx="45720" cy="822960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1455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31455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genuinely not part of the analysis. Remove it — and report the count you removed.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10241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840480"/>
            <a:ext cx="45720" cy="82296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0599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51760" y="40599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tell. P99 sold nine times and does not exist. Ask someone who knows.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4754880"/>
            <a:ext cx="10241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754880"/>
            <a:ext cx="45720" cy="82296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9743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51760" y="49743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real and the reference table is what is incomplete. Extend the dimension.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8680" y="58064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you choose, it goes in the step name and the note. Silent fixes are the offence.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QUERIES AND PARAMETERS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typing the file path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you has C:\Users\&lt;your name&gt;\Downloads in a query. It can never refresh anywhere else.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2286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24942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70662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written into every query.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file, rename a folder, hand it to a colleague — seven queries break at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03120"/>
            <a:ext cx="50292" cy="22860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249424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9672" y="270662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Parameters → New → SourcePath.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points at the parameter.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edit, seven queries follow.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between a file that works on your laptop and a model that works.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FOLDING — IN 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does the work?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configure this. You need to know it exists.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48840"/>
            <a:ext cx="10241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48840"/>
            <a:ext cx="50292" cy="1143000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368296"/>
            <a:ext cx="973836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can, Power Query pushes your steps back to the source and lets the source do them. Filter early and the database filters. Filter after a custom column and it cannot — so everything is dragged across first.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 for this course: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and columns as early as you can. Add clever things as late as you can.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order is not only about readability. On a real dataset it is the difference between four seconds and four minutes.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report, not a one-off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syllabus gate: your model must refresh end to end from the source without manual repair.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2286000"/>
          </a:xfrm>
          <a:prstGeom prst="rect">
            <a:avLst/>
          </a:prstGeom>
          <a:solidFill>
            <a:srgbClr val="9D22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0428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7048" y="224942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24712" y="270662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once, on the file you had, on the machine you were sitting at.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somebody redoes all of it by hand.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2103120"/>
            <a:ext cx="4846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103120"/>
            <a:ext cx="50292" cy="2286000"/>
          </a:xfrm>
          <a:prstGeom prst="rect">
            <a:avLst/>
          </a:prstGeom>
          <a:solidFill>
            <a:srgbClr val="2C6E4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30428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22008" y="224942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Refreshable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19672" y="2706624"/>
            <a:ext cx="4343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 lands. Click refresh. The steps run again and the numbers update.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entire point of a warehouse.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6868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refresh, it is a spreadsheet with better fonts.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9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sent through 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file this morning.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4206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queries at it and refresh. Fifteen minutes. Work in pairs. Tell me what happened.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DEBRIEF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would it have sat there?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fault stopped you. One changed a number and said nothing.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3246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03120"/>
            <a:ext cx="50292" cy="21031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2249424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2706624"/>
            <a:ext cx="27432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refused to run.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fixed it in two minutes.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3246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103120"/>
            <a:ext cx="50292" cy="210312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2249424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706624"/>
            <a:ext cx="27432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ran.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totals moved.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told you.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2103120"/>
            <a:ext cx="3017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103120"/>
            <a:ext cx="50292" cy="2103120"/>
          </a:xfrm>
          <a:prstGeom prst="rect">
            <a:avLst/>
          </a:prstGeom>
          <a:solidFill>
            <a:srgbClr val="B084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24942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2706624"/>
            <a:ext cx="25146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header step was a guess about a file you do not control.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cleaning step is a claim about the future, not a repair of the past.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 REHEARSAL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decisions. Out loud. No notes.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 each. This is 5% of next week's assessment and none of you has done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194560"/>
            <a:ext cx="45720" cy="804672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3957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39572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step and the number of rows it touched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10896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108960"/>
            <a:ext cx="45720" cy="804672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101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were entitled 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31012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reason, not the technical 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023360"/>
            <a:ext cx="10241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23360"/>
            <a:ext cx="45720" cy="804672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2245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422452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cleaning step destroys something. Say what.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why, you did not make a decision. You clicked something.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GRADED MILESTONE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and documented dataset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combined. Due Monday 7 September, 11:59 PM.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45720" cy="65836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1579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and merged queries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12080" y="21579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tables joined into an analysis-ready 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74320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43200"/>
            <a:ext cx="45720" cy="65836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8895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notes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2080" y="288950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its reason, and what it discarded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47472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474720"/>
            <a:ext cx="45720" cy="65836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210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integrity report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12080" y="362102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relationships tested, orphans counted, a decision for each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20624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06240"/>
            <a:ext cx="45720" cy="65836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3525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full refresh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12080" y="435254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from source, no manual repair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4937760"/>
            <a:ext cx="10241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937760"/>
            <a:ext cx="45720" cy="65836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0840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 backup + AI use log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12080" y="508406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backups folder, dated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8064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b2-cleaned-dataset. Your B2 is built on the ORIGINAL case file — not this morning's.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483096"/>
            <a:ext cx="10881360" cy="1097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519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BDAT04 · Week 4 · Merging queries, orphan keys, refresh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08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SATURDAY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2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assessment — 12 September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371600" cy="41148"/>
          </a:xfrm>
          <a:prstGeom prst="rect">
            <a:avLst/>
          </a:prstGeom>
          <a:solidFill>
            <a:srgbClr val="9D223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1790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 to 4. 15% of your final grade, 60% of your prelim grade.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57400"/>
            <a:ext cx="50292" cy="2331720"/>
          </a:xfrm>
          <a:prstGeom prst="rect">
            <a:avLst/>
          </a:prstGeom>
          <a:solidFill>
            <a:srgbClr val="9D22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5856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27048" y="220370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24712" y="2660904"/>
            <a:ext cx="434340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and BI concepts.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versus analytical.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data quality dimensions.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2057400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057400"/>
            <a:ext cx="50292" cy="2331720"/>
          </a:xfrm>
          <a:prstGeom prst="rect">
            <a:avLst/>
          </a:prstGeom>
          <a:solidFill>
            <a:srgbClr val="2C6E4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25856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22008" y="220370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19672" y="2660904"/>
            <a:ext cx="434340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Query task on a dataset you have never seen.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cleaning decisions defended out loud.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68680" y="4754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have Kape Tayo in front of you. Practise on something else this week.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9D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tables agree?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4206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you answer it under exam conditions. Bring your questions to me before Friday.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2026-09-02T13:51:21Z</dcterms:created>
  <dcterms:modified xsi:type="dcterms:W3CDTF">2026-09-02T13:51:21Z</dcterms:modified>
</cp:coreProperties>
</file>